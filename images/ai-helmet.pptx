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0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B0CF-E0E7-F19F-03B1-76517588F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AC94E-2F89-DA67-280E-8FABF226E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8B2A3-3209-2CFC-DEEF-382B41D3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88A41-7559-8A56-04B3-B9157CEA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88B04-38B2-3C43-8402-03A34EA72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350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BF77-9985-182B-2F12-365E24B5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8572E-E36C-5CF1-CC04-A3A933420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D4025-C9EC-B94C-3633-826CBDA5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93DCA-2AA4-1BD5-9414-14E72CFA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BBF02-65B4-10FA-E97B-B94F9E69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95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7F83-E7AC-01E0-AB9B-4D119825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6F0EA-6409-D48A-1C61-220AF94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3188-69BC-671C-4B5D-053404FB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242E5-CE07-AE47-2074-C11AD10C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BF6B9-9795-2EE2-C1CF-B8D6320A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27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D50E2-3E9F-C163-521E-83B2CFB9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86032-573B-4B78-6AB2-A83B79CB6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6402E-A6B0-1756-4239-B70B54A92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81F8B-55D8-726F-1FFD-752D1F84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B2BA3-AE46-4BEA-0AC1-897A1D03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B5951-DBEF-9383-786E-ED0433AA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1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D685-E95B-B672-16F9-69E64F947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3CE51-4442-B67C-47F9-3FE300E1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ED1B6-DA36-2906-7B91-0AD3C413E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EFEC20-4E65-040A-9988-CC4716219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BF34A-81C7-97E4-DCD0-FEE9B0141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115923-7F51-EE87-3E42-85DF0C03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A1FB3A-2D2C-9B5D-CA6C-C3799008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D9CCDE-2155-7ED3-C77A-9202F59B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384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110F-81AF-FFC4-240C-872ACDD0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215EB9-CA17-76C4-7DB6-D0FA267A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36119-D474-D5BA-4B60-5A8E5DFCC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4B034-A615-87D9-FFAF-509E4A4A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61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E764E-BD7A-A1AE-9A5D-7E263198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DA6EE-AE77-8BED-6CDB-24545B6C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56A6E-779D-4360-B1B8-4DE0E2DF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11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BB02-B012-A54F-7BF9-AF1B0EE8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DC68-6F74-42A6-C534-DB563443F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90DA-8175-0F7E-04ED-807540C1C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3557E-982E-8AF5-EF93-2CC2A597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87C66-BFB5-3611-91C1-39864296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5D9F8-2E77-C40C-8630-41CE6A9F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21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86B3-938F-E1FB-4172-C57DDC07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11EB16-ED96-3836-CCB5-50D7B9428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C2627-B6FB-7DE3-4AE6-09E2ACD63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1000C-D572-7134-34E1-9F00ECF3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8C6EE-47F4-7719-CE71-045BAC23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23CA1-A93F-5E80-1C10-E24ADFF3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50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E0BB-3F4C-6EE6-98A1-97865EEF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88699-9BF1-9CA4-B25D-365CAF5DB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5DB54-C886-717C-A71B-7172C46B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7B774-4B95-9D6A-AB44-B78CAAB5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1B3BD-3382-6EBD-6259-FA790D54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37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1B27C-8E13-563B-3AC1-18526581F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81FBD-DDC7-C96D-7546-1AB1265E3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6C1AF-7D41-DCF7-3ED8-55730256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688E9-6006-38D7-69AE-5CB23C34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9F496-96BF-F822-436A-EA5893E1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16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53473-F324-53DF-ACD1-8B9744988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080C6-4532-B491-CC2C-3A3F12FDC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6A8D5-AE35-0602-BAE8-2C3762B27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83A23-788B-4BEF-9A34-88F1A5B0B8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1943F-5D27-5C4E-E1F7-53EF76304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F0AEC-01F8-ACC5-17A5-21B7465AF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2FE0F-2100-4813-9E4D-4425C5F398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71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13F1-DDFD-F968-21B5-DEAA55E79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9196" y="-5532"/>
            <a:ext cx="8697271" cy="2117701"/>
          </a:xfrm>
        </p:spPr>
        <p:txBody>
          <a:bodyPr>
            <a:normAutofit fontScale="90000"/>
          </a:bodyPr>
          <a:lstStyle/>
          <a:p>
            <a:pPr>
              <a:spcAft>
                <a:spcPts val="1200"/>
              </a:spcAft>
            </a:pPr>
            <a:r>
              <a:rPr lang="en-IN" sz="8900" b="1" dirty="0">
                <a:solidFill>
                  <a:srgbClr val="165C9A"/>
                </a:solidFill>
                <a:latin typeface="Biome" panose="020B0502040204020203" pitchFamily="34" charset="0"/>
                <a:ea typeface="ADLaM Display" panose="02010000000000000000" pitchFamily="2" charset="0"/>
                <a:cs typeface="Biome" panose="020B0502040204020203" pitchFamily="34" charset="0"/>
              </a:rPr>
              <a:t>AI Helmet</a:t>
            </a:r>
            <a:br>
              <a:rPr lang="en-IN" sz="7300" dirty="0">
                <a:solidFill>
                  <a:srgbClr val="165C9A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Real-Time Road Sign Detection and Alerting System for Two-Wheelers</a:t>
            </a:r>
            <a:b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Code: </a:t>
            </a: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https://github.com/samy101/ai-helmet</a:t>
            </a:r>
            <a:endParaRPr lang="en-IN" sz="2200" dirty="0">
              <a:solidFill>
                <a:schemeClr val="tx1">
                  <a:lumMod val="50000"/>
                  <a:lumOff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5D8D0-D1A0-82B9-45F6-E3B9F8015F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435D1-35A4-2B48-FE18-7DD077C5B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50420"/>
            <a:ext cx="12192000" cy="4635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56473AB-6327-85E0-C6B9-C39A22DD0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7" t="9724" r="19603" b="12061"/>
          <a:stretch/>
        </p:blipFill>
        <p:spPr bwMode="auto">
          <a:xfrm>
            <a:off x="104446" y="304882"/>
            <a:ext cx="1759255" cy="166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no parking sign&#10;&#10;Description automatically generated">
            <a:extLst>
              <a:ext uri="{FF2B5EF4-FFF2-40B4-BE49-F238E27FC236}">
                <a16:creationId xmlns:a16="http://schemas.microsoft.com/office/drawing/2014/main" id="{56F14FE5-20DF-2B95-A727-40567BEBA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8"/>
          <a:stretch/>
        </p:blipFill>
        <p:spPr>
          <a:xfrm>
            <a:off x="10121916" y="0"/>
            <a:ext cx="2070084" cy="202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0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ADLaM Display</vt:lpstr>
      <vt:lpstr>Aptos</vt:lpstr>
      <vt:lpstr>Aptos Display</vt:lpstr>
      <vt:lpstr>Arial</vt:lpstr>
      <vt:lpstr>Biome</vt:lpstr>
      <vt:lpstr>Office Theme</vt:lpstr>
      <vt:lpstr>AI Helmet Real-Time Road Sign Detection and Alerting System for Two-Wheelers  Code: https://github.com/samy101/ai-helmet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Helmet Real-Time Road Sign Detection and Alerting</dc:title>
  <dc:creator>Pandarasamy Arjunan</dc:creator>
  <cp:lastModifiedBy>Pandarasamy Arjunan</cp:lastModifiedBy>
  <cp:revision>9</cp:revision>
  <dcterms:created xsi:type="dcterms:W3CDTF">2025-12-01T02:14:00Z</dcterms:created>
  <dcterms:modified xsi:type="dcterms:W3CDTF">2025-12-01T02:28:35Z</dcterms:modified>
</cp:coreProperties>
</file>